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91" r:id="rId9"/>
    <p:sldId id="292" r:id="rId10"/>
    <p:sldId id="262" r:id="rId11"/>
    <p:sldId id="264" r:id="rId12"/>
    <p:sldId id="286" r:id="rId13"/>
    <p:sldId id="287" r:id="rId14"/>
    <p:sldId id="280" r:id="rId15"/>
    <p:sldId id="288" r:id="rId16"/>
    <p:sldId id="289" r:id="rId17"/>
    <p:sldId id="27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FD84428-22E9-69BE-1247-DAC9A4F92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494818E-35DC-30D6-D810-BD81142A8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FC07E38-1A67-9960-37C7-6BAD9D76F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03208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FD84428-22E9-69BE-1247-DAC9A4F92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494818E-35DC-30D6-D810-BD81142A8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FC07E38-1A67-9960-37C7-6BAD9D76F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0320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Cloud and Orchestrate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81540156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dirty="0"/>
                        <a:t>KOMAL GAVIT </a:t>
                      </a:r>
                      <a:endParaRPr sz="16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dirty="0"/>
                        <a:t>gavitk496@gmail.com</a:t>
                      </a:r>
                      <a:endParaRPr sz="16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dirty="0"/>
                        <a:t>9869633586</a:t>
                      </a:r>
                      <a:endParaRPr sz="16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Healthcare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102321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dirty="0" err="1">
                <a:highlight>
                  <a:srgbClr val="FFFF00"/>
                </a:highlight>
              </a:rPr>
              <a:t>MindCare</a:t>
            </a:r>
            <a:r>
              <a:rPr lang="en-IN" sz="2400" dirty="0">
                <a:highlight>
                  <a:srgbClr val="FFFF00"/>
                </a:highlight>
              </a:rPr>
              <a:t> AI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0B6485-2122-4D9E-0CD4-A7AE3DEE59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153"/>
          <a:stretch>
            <a:fillRect/>
          </a:stretch>
        </p:blipFill>
        <p:spPr>
          <a:xfrm>
            <a:off x="4058351" y="3665068"/>
            <a:ext cx="1095054" cy="982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934920"/>
            <a:ext cx="1060704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u="sng" dirty="0"/>
              <a:t>Agentic AI for Mental Health Awareness &amp; Suicide Prevention </a:t>
            </a:r>
          </a:p>
          <a:p>
            <a:endParaRPr lang="en-IN" sz="1800" b="1" u="sng" dirty="0"/>
          </a:p>
          <a:p>
            <a:r>
              <a:rPr lang="en-IN" sz="1600" b="1" u="sng" dirty="0"/>
              <a:t>The Challenge </a:t>
            </a:r>
          </a:p>
          <a:p>
            <a:r>
              <a:rPr lang="en-IN" dirty="0"/>
              <a:t>Mental health issues such as depression, anxiety, and suicidal thoughts are growing </a:t>
            </a:r>
          </a:p>
          <a:p>
            <a:r>
              <a:rPr lang="en-IN" dirty="0"/>
              <a:t>worldwide. Stigma, lack of awareness, and limited access to timely help prevent many </a:t>
            </a:r>
          </a:p>
          <a:p>
            <a:r>
              <a:rPr lang="en-IN" dirty="0"/>
              <a:t>individuals from seeking support. Traditional systems are often reactive, leaving gaps in early </a:t>
            </a:r>
          </a:p>
          <a:p>
            <a:r>
              <a:rPr lang="en-IN" dirty="0"/>
              <a:t>detection and preventive care. </a:t>
            </a:r>
          </a:p>
          <a:p>
            <a:endParaRPr lang="en-IN" dirty="0"/>
          </a:p>
          <a:p>
            <a:r>
              <a:rPr lang="en-IN" sz="1600" b="1" u="sng" dirty="0"/>
              <a:t>The Objective </a:t>
            </a:r>
          </a:p>
          <a:p>
            <a:r>
              <a:rPr lang="en-IN" dirty="0"/>
              <a:t>Build an Agentic AI-powered Mental Health Awareness &amp; Suicide Prevention Agent that is </a:t>
            </a:r>
          </a:p>
          <a:p>
            <a:r>
              <a:rPr lang="en-IN" dirty="0"/>
              <a:t>empathetic, proactive, and safe. The solution should: </a:t>
            </a:r>
          </a:p>
          <a:p>
            <a:r>
              <a:rPr lang="en-IN" dirty="0"/>
              <a:t>1. Promote Awareness &amp; Education – Share accessible resources on mindfulness, coping </a:t>
            </a:r>
          </a:p>
          <a:p>
            <a:r>
              <a:rPr lang="en-IN" dirty="0"/>
              <a:t>strategies, and self-care. </a:t>
            </a:r>
          </a:p>
          <a:p>
            <a:r>
              <a:rPr lang="en-IN" dirty="0"/>
              <a:t>2. Enable Early Detection (RAG) – Use Retrieval-Augmented Generation to identify </a:t>
            </a:r>
          </a:p>
          <a:p>
            <a:r>
              <a:rPr lang="en-IN" dirty="0"/>
              <a:t>distress signals in conversations, journaling inputs, or safe online data. </a:t>
            </a:r>
          </a:p>
          <a:p>
            <a:r>
              <a:rPr lang="en-IN" dirty="0"/>
              <a:t>3. Provide Empathetic Support – Build a conversational agent that listens actively and </a:t>
            </a:r>
          </a:p>
          <a:p>
            <a:r>
              <a:rPr lang="en-IN" dirty="0"/>
              <a:t>responds with empathy (with clear disclaimers: not a substitute for professional medical </a:t>
            </a:r>
          </a:p>
          <a:p>
            <a:r>
              <a:rPr lang="en-IN" dirty="0"/>
              <a:t>advice). </a:t>
            </a:r>
          </a:p>
          <a:p>
            <a:r>
              <a:rPr lang="en-IN" dirty="0"/>
              <a:t>4. Predict &amp; Prevent Risks – Forecast stress peaks, suggest preventive strategies, and issue </a:t>
            </a:r>
          </a:p>
          <a:p>
            <a:r>
              <a:rPr lang="en-IN" dirty="0"/>
              <a:t>alerts when high-risk signals are detected (with consent). </a:t>
            </a:r>
          </a:p>
          <a:p>
            <a:r>
              <a:rPr lang="en-IN" dirty="0"/>
              <a:t>5. Connect to Human Support – Link users to helplines, </a:t>
            </a:r>
            <a:r>
              <a:rPr lang="en-IN" dirty="0" err="1"/>
              <a:t>counselors</a:t>
            </a:r>
            <a:r>
              <a:rPr lang="en-IN" dirty="0"/>
              <a:t>, or community support </a:t>
            </a:r>
          </a:p>
          <a:p>
            <a:r>
              <a:rPr lang="en-IN" dirty="0"/>
              <a:t>for timely intervention.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275379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IN" dirty="0"/>
              <a:t>Our solution is an AI-powered Mental Health Assistant built using </a:t>
            </a:r>
            <a:r>
              <a:rPr lang="en-IN" b="1" dirty="0"/>
              <a:t>IBM </a:t>
            </a:r>
            <a:r>
              <a:rPr lang="en-IN" b="1" dirty="0" err="1"/>
              <a:t>watsonx</a:t>
            </a:r>
            <a:r>
              <a:rPr lang="en-IN" b="1" dirty="0"/>
              <a:t> Orchestrate</a:t>
            </a:r>
            <a:r>
              <a:rPr lang="en-IN" dirty="0"/>
              <a:t> and </a:t>
            </a:r>
            <a:r>
              <a:rPr lang="en-IN" b="1" dirty="0"/>
              <a:t>IBM Granite models</a:t>
            </a:r>
            <a:r>
              <a:rPr lang="en-IN" dirty="0"/>
              <a:t>. The assistant provides users with a safe conversational environment where they can openly discuss stress, anxiety, loneliness, and emotional distress.</a:t>
            </a:r>
          </a:p>
          <a:p>
            <a:r>
              <a:rPr lang="en-IN" dirty="0"/>
              <a:t>The AI listens empathetically, asks follow-up questions to better understand the user's emotional condition, and suggests practical coping strategies tailored to their interests and situation.</a:t>
            </a:r>
          </a:p>
          <a:p>
            <a:r>
              <a:rPr lang="en-IN" dirty="0"/>
              <a:t>When users express moderate stress or anxiety, the assistant recommends activities such as:</a:t>
            </a:r>
          </a:p>
          <a:p>
            <a:pPr lvl="0"/>
            <a:r>
              <a:rPr lang="en-IN" dirty="0"/>
              <a:t>Mindfulness exercises </a:t>
            </a:r>
          </a:p>
          <a:p>
            <a:pPr lvl="0"/>
            <a:r>
              <a:rPr lang="en-IN" dirty="0"/>
              <a:t>Breathing techniques </a:t>
            </a:r>
          </a:p>
          <a:p>
            <a:pPr lvl="0"/>
            <a:r>
              <a:rPr lang="en-IN" dirty="0"/>
              <a:t>Journaling </a:t>
            </a:r>
          </a:p>
          <a:p>
            <a:pPr lvl="0"/>
            <a:r>
              <a:rPr lang="en-IN" dirty="0"/>
              <a:t>Physical activity </a:t>
            </a:r>
          </a:p>
          <a:p>
            <a:pPr lvl="0"/>
            <a:r>
              <a:rPr lang="en-IN" dirty="0"/>
              <a:t>Hobbies </a:t>
            </a:r>
          </a:p>
          <a:p>
            <a:pPr lvl="0"/>
            <a:r>
              <a:rPr lang="en-IN" dirty="0"/>
              <a:t>Spending time with family or friends </a:t>
            </a:r>
          </a:p>
          <a:p>
            <a:r>
              <a:rPr lang="en-IN" dirty="0"/>
              <a:t>If conversations indicate severe emotional distress or suicidal intent, the assistant encourages users to immediately contact trusted family members, mental health professionals, or national suicide prevention helplines.</a:t>
            </a:r>
          </a:p>
          <a:p>
            <a:r>
              <a:rPr lang="en-IN" dirty="0"/>
              <a:t>The solution also provides educational articles and mental health resources while clearly stating that the AI is </a:t>
            </a:r>
            <a:r>
              <a:rPr lang="en-IN" b="1" dirty="0"/>
              <a:t>not a replacement for licensed mental health professionals.</a:t>
            </a:r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946297"/>
            <a:ext cx="10515600" cy="66171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</a:t>
            </a:r>
            <a:r>
              <a:rPr lang="en-IN" sz="1800" b="1" dirty="0" err="1"/>
              <a:t>watsonx</a:t>
            </a:r>
            <a:r>
              <a:rPr lang="en-IN" sz="1800" b="1" dirty="0"/>
              <a:t> Orchestrate</a:t>
            </a:r>
          </a:p>
          <a:p>
            <a:r>
              <a:rPr lang="en-IN" sz="1800" dirty="0"/>
              <a:t>Used for building and deploying the conversational AI agent.</a:t>
            </a:r>
          </a:p>
          <a:p>
            <a:br>
              <a:rPr lang="en-IN" sz="1800" dirty="0"/>
            </a:br>
            <a:endParaRPr lang="en-IN" sz="1800" dirty="0"/>
          </a:p>
          <a:p>
            <a:r>
              <a:rPr lang="en-IN" sz="1800" dirty="0"/>
              <a:t>• </a:t>
            </a:r>
            <a:r>
              <a:rPr lang="en-IN" sz="1800" b="1" dirty="0"/>
              <a:t>GPT-OSS 120B</a:t>
            </a:r>
          </a:p>
          <a:p>
            <a:r>
              <a:rPr lang="en-IN" sz="1800" dirty="0"/>
              <a:t>Used for natural language understanding, empathetic conversation, reasoning, and contextual responses.</a:t>
            </a:r>
          </a:p>
          <a:p>
            <a:br>
              <a:rPr lang="en-IN" sz="1800" dirty="0"/>
            </a:br>
            <a:endParaRPr lang="en-IN" sz="1800" dirty="0"/>
          </a:p>
          <a:p>
            <a:r>
              <a:rPr lang="en-IN" sz="1800" dirty="0"/>
              <a:t>• </a:t>
            </a:r>
            <a:r>
              <a:rPr lang="en-IN" sz="1800" b="1" dirty="0"/>
              <a:t>IBM Cloud</a:t>
            </a:r>
          </a:p>
          <a:p>
            <a:r>
              <a:rPr lang="en-IN" sz="1800" dirty="0"/>
              <a:t>Hosts and deploys the AI assistant securely.</a:t>
            </a:r>
          </a:p>
          <a:p>
            <a:br>
              <a:rPr lang="en-IN" sz="1800" dirty="0"/>
            </a:br>
            <a:endParaRPr lang="en-IN" sz="1800" dirty="0"/>
          </a:p>
          <a:p>
            <a:r>
              <a:rPr lang="en-IN" sz="1800" dirty="0"/>
              <a:t>• </a:t>
            </a:r>
            <a:r>
              <a:rPr lang="en-IN" sz="1800" b="1" dirty="0"/>
              <a:t>Prompt Engineering</a:t>
            </a:r>
          </a:p>
          <a:p>
            <a:r>
              <a:rPr lang="en-IN" sz="1800" dirty="0"/>
              <a:t>Custom instructions ensure empathetic, safe, and responsible conversations.</a:t>
            </a:r>
          </a:p>
          <a:p>
            <a:br>
              <a:rPr lang="en-IN" sz="1800" dirty="0"/>
            </a:br>
            <a:endParaRPr lang="en-IN" sz="1800" dirty="0"/>
          </a:p>
          <a:p>
            <a:r>
              <a:rPr lang="en-IN" sz="1800" dirty="0"/>
              <a:t>• </a:t>
            </a:r>
            <a:r>
              <a:rPr lang="en-IN" sz="1800" b="1" dirty="0"/>
              <a:t>Retrieval-Augmented Generation (Future Scope)</a:t>
            </a:r>
          </a:p>
          <a:p>
            <a:r>
              <a:rPr lang="en-IN" sz="1800" dirty="0"/>
              <a:t>Can retrieve verified mental health articles, coping resources, and educational content from trusted organizations such as WHO and NIMH.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Orchestrate component</a:t>
            </a:r>
            <a:r>
              <a:rPr lang="en-US" sz="2400" b="1" dirty="0">
                <a:sym typeface="Times New Roman"/>
              </a:rPr>
              <a:t>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Chat Input </a:t>
            </a:r>
          </a:p>
          <a:p>
            <a:r>
              <a:rPr lang="en-IN" dirty="0"/>
              <a:t>Allows users to describe their feelings and emotional concerns.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IBM </a:t>
            </a:r>
            <a:r>
              <a:rPr lang="en-IN" sz="1600" b="1" dirty="0" err="1"/>
              <a:t>watsonx</a:t>
            </a:r>
            <a:r>
              <a:rPr lang="en-IN" sz="1600" b="1" dirty="0"/>
              <a:t> AI Agent </a:t>
            </a:r>
          </a:p>
          <a:p>
            <a:r>
              <a:rPr lang="en-IN" dirty="0"/>
              <a:t>Processes emotional conversations and generates empathetic responses.</a:t>
            </a:r>
          </a:p>
          <a:p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IBM Granite Model </a:t>
            </a:r>
          </a:p>
          <a:p>
            <a:r>
              <a:rPr lang="en-IN" dirty="0"/>
              <a:t>Granite 4.0 Instruct</a:t>
            </a:r>
          </a:p>
          <a:p>
            <a:r>
              <a:rPr lang="en-IN" dirty="0"/>
              <a:t>Used for understanding emotions, generating responses, and maintaining contextual conversations.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Chat Output </a:t>
            </a:r>
          </a:p>
          <a:p>
            <a:r>
              <a:rPr lang="en-IN" dirty="0"/>
              <a:t>Displays personalized mental health guidance, coping techniques, and supportive conversations.</a:t>
            </a:r>
          </a:p>
          <a:p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Prompt Instructions </a:t>
            </a:r>
          </a:p>
          <a:p>
            <a:r>
              <a:rPr lang="en-IN" dirty="0"/>
              <a:t>Controls the AI's </a:t>
            </a:r>
            <a:r>
              <a:rPr lang="en-IN" dirty="0" err="1"/>
              <a:t>behavior</a:t>
            </a:r>
            <a:r>
              <a:rPr lang="en-IN" dirty="0"/>
              <a:t> by ensuring empathy, safety, and responsible escalation when required.</a:t>
            </a:r>
          </a:p>
          <a:p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IBM Cloud Deployment </a:t>
            </a:r>
          </a:p>
          <a:p>
            <a:r>
              <a:rPr lang="en-IN" dirty="0"/>
              <a:t>Hosts the AI agent and enables secure deployment.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Agent Instructions Screenshot-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B49EED-3629-1264-893A-2FAB87D1A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889874"/>
            <a:ext cx="10403840" cy="553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C1F377F-D2E8-46B5-C7F3-C58589F4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189D03E3-C782-BAA0-25CD-AC8F93A156A1}"/>
              </a:ext>
            </a:extLst>
          </p:cNvPr>
          <p:cNvSpPr/>
          <p:nvPr/>
        </p:nvSpPr>
        <p:spPr>
          <a:xfrm>
            <a:off x="537590" y="381112"/>
            <a:ext cx="7616194" cy="39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>
                <a:sym typeface="Times New Roman"/>
              </a:rPr>
              <a:t>Prompt with output Screenshot: 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1F646C-5E48-AEA0-9027-BA95941C1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960" y="1074081"/>
            <a:ext cx="9784080" cy="521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73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C1F377F-D2E8-46B5-C7F3-C58589F4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116898-E298-6F76-0E52-82062C898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71" y="761793"/>
            <a:ext cx="11130116" cy="533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56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Orchestrate architecture blueprint</a:t>
            </a:r>
            <a:endParaRPr lang="en-US" sz="2400">
              <a:solidFill>
                <a:schemeClr val="dk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0F0A79-9418-8B60-1BD8-598F05A97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406" y="771747"/>
            <a:ext cx="9253593" cy="59206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/>
              <a:t>Role of Agentic AI in </a:t>
            </a:r>
            <a:r>
              <a:rPr lang="en-IN" sz="1600" b="1" u="sng" dirty="0" err="1"/>
              <a:t>MindCare</a:t>
            </a:r>
            <a:r>
              <a:rPr lang="en-IN" sz="1600" b="1" u="sng" dirty="0"/>
              <a:t> AI</a:t>
            </a:r>
          </a:p>
          <a:p>
            <a:endParaRPr lang="en-IN" b="1" dirty="0"/>
          </a:p>
          <a:p>
            <a:r>
              <a:rPr lang="en-IN" dirty="0"/>
              <a:t>Agentic AI enables the Mental Health Assistant to engage in meaningful, context-aware, and empathetic conversations instead of simply answering predefined questions.</a:t>
            </a:r>
          </a:p>
          <a:p>
            <a:r>
              <a:rPr lang="en-IN" dirty="0"/>
              <a:t>The AI actively listens to users, understands emotional context, asks relevant follow-up questions, and provides personalized coping strategies based on the user's concerns. Rather than offering generic responses, it adapts its guidance according to each conversation.</a:t>
            </a:r>
          </a:p>
          <a:p>
            <a:endParaRPr lang="en-IN" dirty="0"/>
          </a:p>
          <a:p>
            <a:r>
              <a:rPr lang="en-IN" dirty="0"/>
              <a:t>The system promotes mental health awareness by recommending stress management techniques, mindfulness practices, and educational resources. When high-risk conversations involving suicidal thoughts are detected, the AI responsibly encourages users to contact trusted individuals, mental health professionals, or emergency helplines while clearly stating that it is not a substitute for professional medical care.</a:t>
            </a:r>
          </a:p>
          <a:p>
            <a:endParaRPr lang="en-IN" dirty="0"/>
          </a:p>
          <a:p>
            <a:r>
              <a:rPr lang="en-IN" dirty="0"/>
              <a:t>This proactive and adaptive </a:t>
            </a:r>
            <a:r>
              <a:rPr lang="en-IN" dirty="0" err="1"/>
              <a:t>behavior</a:t>
            </a:r>
            <a:r>
              <a:rPr lang="en-IN" dirty="0"/>
              <a:t> demonstrates the principles of Agentic AI by supporting users through intelligent decision-making, contextual reasoning, and safe conversational assistance.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445008" y="1207008"/>
            <a:ext cx="11301984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• Empathetic AI conversations rather than simple question answering.</a:t>
            </a:r>
          </a:p>
          <a:p>
            <a:endParaRPr lang="en-IN" sz="2000" dirty="0"/>
          </a:p>
          <a:p>
            <a:r>
              <a:rPr lang="en-IN" sz="2000" dirty="0"/>
              <a:t>• Personalized coping strategies based on user interests.</a:t>
            </a:r>
          </a:p>
          <a:p>
            <a:endParaRPr lang="en-IN" sz="2000" dirty="0"/>
          </a:p>
          <a:p>
            <a:r>
              <a:rPr lang="en-IN" sz="2000" dirty="0"/>
              <a:t>• Context-aware follow-up questions.</a:t>
            </a:r>
          </a:p>
          <a:p>
            <a:endParaRPr lang="en-IN" sz="2000" dirty="0"/>
          </a:p>
          <a:p>
            <a:r>
              <a:rPr lang="en-IN" sz="2000" dirty="0"/>
              <a:t>• Responsible escalation to suicide prevention resources only when necessary.</a:t>
            </a:r>
          </a:p>
          <a:p>
            <a:endParaRPr lang="en-IN" sz="2000" dirty="0"/>
          </a:p>
          <a:p>
            <a:r>
              <a:rPr lang="en-IN" sz="2000" dirty="0"/>
              <a:t>• Educational mental health awareness integrated into conversations.</a:t>
            </a:r>
          </a:p>
          <a:p>
            <a:endParaRPr lang="en-IN" sz="2000" dirty="0"/>
          </a:p>
          <a:p>
            <a:r>
              <a:rPr lang="en-IN" sz="2000" dirty="0"/>
              <a:t>• Built using IBM </a:t>
            </a:r>
            <a:r>
              <a:rPr lang="en-IN" sz="2000" dirty="0" err="1"/>
              <a:t>watsonx</a:t>
            </a:r>
            <a:r>
              <a:rPr lang="en-IN" sz="2000" dirty="0"/>
              <a:t> Orchestrate and Granite models.</a:t>
            </a:r>
          </a:p>
          <a:p>
            <a:endParaRPr lang="en-IN" sz="2000" dirty="0"/>
          </a:p>
          <a:p>
            <a:r>
              <a:rPr lang="en-IN" sz="2000" dirty="0"/>
              <a:t>• Safe AI </a:t>
            </a:r>
            <a:r>
              <a:rPr lang="en-IN" sz="2000" dirty="0" err="1"/>
              <a:t>behavior</a:t>
            </a:r>
            <a:r>
              <a:rPr lang="en-IN" sz="2000" dirty="0"/>
              <a:t> with clear medical disclaimers.</a:t>
            </a:r>
          </a:p>
          <a:p>
            <a:endParaRPr lang="en-IN" sz="2000" dirty="0"/>
          </a:p>
          <a:p>
            <a:r>
              <a:rPr lang="en-IN" sz="2000" dirty="0"/>
              <a:t>• Easily scalable for educational institutions, workplaces, and healthcare organizations.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041670" y="1290499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1850" dirty="0">
                <a:latin typeface="Times New Roman"/>
                <a:ea typeface="Times New Roman"/>
                <a:cs typeface="Times New Roman"/>
                <a:sym typeface="Times New Roman"/>
              </a:rPr>
              <a:t>https://github.com/komalgavit/MindCare-AI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081205"/>
            <a:ext cx="9214580" cy="535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Integration with wearable devices to detect stress levels using heart rate and sleep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Retrieval-Augmented Generation (RAG) using trusted mental health resources such as WHO, NIMH, and government health portals for accurate educational content.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Sentiment analysis to identify emotional trends over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Appointment booking with certified therapists and </a:t>
            </a:r>
            <a:r>
              <a:rPr lang="en-IN" sz="2000" dirty="0" err="1"/>
              <a:t>counselors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Multilingual support for improved accessibility.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Voice-enabled mental health assistant.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Daily wellness check-ins and personalized mood tracking.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A288DC-10B6-8032-19D5-DE91D08E1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679" y="697675"/>
            <a:ext cx="7784641" cy="60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9C4B1A-90CC-3C1B-7E4D-5E6226FA9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08" y="1352230"/>
            <a:ext cx="8544975" cy="527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3040</TotalTime>
  <Words>989</Words>
  <Application>Microsoft Office PowerPoint</Application>
  <PresentationFormat>Widescreen</PresentationFormat>
  <Paragraphs>144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komal gavit</cp:lastModifiedBy>
  <cp:revision>101</cp:revision>
  <dcterms:created xsi:type="dcterms:W3CDTF">2025-07-08T05:06:56Z</dcterms:created>
  <dcterms:modified xsi:type="dcterms:W3CDTF">2026-07-30T09:07:58Z</dcterms:modified>
</cp:coreProperties>
</file>